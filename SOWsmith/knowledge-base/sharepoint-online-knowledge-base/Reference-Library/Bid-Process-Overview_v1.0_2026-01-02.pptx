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07B27"/>
                </a:solidFill>
              </a:rPr>
              <a:t>SOWsmith · SUPPLY CHAIN</a:t>
            </a:r>
          </a:p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Bid Package Process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CFDEE4"/>
                </a:solidFill>
              </a:rPr>
              <a:t>From project notes to issued SOW/RFP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B4D"/>
                </a:solidFill>
              </a:rPr>
              <a:t>The bid package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A buyer submits project notes (service type, scope, schedule).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The Bid Package Agent drafts a house-style SOW/RFP grounded in approved exemplars.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An ambiguity check flags vague language, missing exclusions, and undefined terms.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Supply Chain reviews and approves; Legal/Contracts reviews any non-standard terms.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The approved package is issued to bidders; every action is logged.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C3B4D"/>
                </a:solidFill>
              </a:rPr>
              <a:t>What to get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Scope and exclusions must be specific — they prevent disputes.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Never invent prices or commercial terms; leave placeholders for Estimating/Contracts.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Safety-first requirements appear in every package.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1F2D33"/>
                </a:solidFill>
              </a:rPr>
              <a:t>•  Reuse approved clause language; flag non-standard clauses for Legal.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